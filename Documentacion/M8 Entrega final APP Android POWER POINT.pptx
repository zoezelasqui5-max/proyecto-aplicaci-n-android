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960120" cy="109728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5029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DBCEC"/>
                </a:solidFill>
                <a:latin typeface="Aptos"/>
              </a:defRPr>
            </a:pPr>
            <a:r>
              <a:t>PROYECTO FINAL · DESARROLLO DE APLICACIONES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789920" cy="10972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27248"/>
            <a:ext cx="10058400" cy="7315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E1D7F2"/>
                </a:solidFill>
                <a:latin typeface="Aptos"/>
              </a:defRPr>
            </a:pPr>
            <a:r>
              <a:t>Reservas de manicura, más simples y organizadas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74920"/>
            <a:ext cx="7863840" cy="749808"/>
          </a:xfrm>
          <a:prstGeom prst="roundRect">
            <a:avLst/>
          </a:prstGeom>
          <a:solidFill>
            <a:srgbClr val="3F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66944"/>
            <a:ext cx="7315200" cy="365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Aplicación Android  ·  Kotlin  ·  Android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6217920"/>
            <a:ext cx="91440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C3BAD1"/>
                </a:solidFill>
                <a:latin typeface="Aptos"/>
              </a:defRPr>
            </a:pPr>
            <a:r>
              <a:t>Entrega final · Módulo 8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Una necesidad concreta de los emprendimientos de manicura.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474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65176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24328"/>
            <a:ext cx="2834639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Reservas repetitivas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2834639" cy="2039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Para programar varias citas, la clienta debe repetir el proceso de reserva.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3474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65176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624328"/>
            <a:ext cx="2834639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Cálculo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319272"/>
            <a:ext cx="2834639" cy="2039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Las fechas de los próximos servicios se calculan una por 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423160"/>
            <a:ext cx="3474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3" y="265176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624328"/>
            <a:ext cx="2834639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Agenda compleja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3319272"/>
            <a:ext cx="2834639" cy="203911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Controlar horarios y evitar superposiciones requiere atención constante.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Una aplicación para reservar, consultar y organizar citas desde Android.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" y="251460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87168"/>
            <a:ext cx="461772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Para quien reserva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82112"/>
            <a:ext cx="4617720" cy="23134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Registrar turnos individuales y programar citas recurrentes sin repetir cada paso.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8600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51460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87168"/>
            <a:ext cx="461772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Para la organización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182112"/>
            <a:ext cx="4617720" cy="231343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Consultar reservas, cancelar turnos y comprobar la disponibilidad antes de guardar.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5879592"/>
            <a:ext cx="4069080" cy="475488"/>
          </a:xfrm>
          <a:prstGeom prst="roundRect">
            <a:avLst/>
          </a:prstGeom>
          <a:solidFill>
            <a:srgbClr val="E9D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5961888"/>
            <a:ext cx="388620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6B4CA9"/>
                </a:solidFill>
                <a:latin typeface="Aptos"/>
              </a:defRPr>
            </a:pPr>
            <a:r>
              <a:t>MENOS PASOS · MÁS ORDEN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Tecnologías y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Herramientas utilizadas en la versión desarrollada.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" y="237744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278892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2"/>
            <a:ext cx="2788920" cy="1490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Lógica de reservas, eventos y validaciones.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14884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37744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50008"/>
            <a:ext cx="278892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Android Studio + 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4952"/>
            <a:ext cx="2788920" cy="1490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Desarrollo de Activities e interfaces de usuario.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4884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350008"/>
            <a:ext cx="2788920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44952"/>
            <a:ext cx="2788920" cy="1490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Control de versiones, README y documentación.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02352"/>
            <a:ext cx="10241280" cy="749808"/>
          </a:xfrm>
          <a:prstGeom prst="roundRect">
            <a:avLst/>
          </a:prstGeom>
          <a:solidFill>
            <a:srgbClr val="E9D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303520"/>
            <a:ext cx="978408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6B4CA9"/>
                </a:solidFill>
                <a:latin typeface="Aptos"/>
              </a:defRPr>
            </a:pPr>
            <a:r>
              <a:t>Compilación con Gradle verificada: BUILD SUCCESSFUL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Interfaz y navegación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Pantallas organizadas alrededor de las acciones principales.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05 / 10</a:t>
            </a:r>
          </a:p>
        </p:txBody>
      </p:sp>
      <p:pic>
        <p:nvPicPr>
          <p:cNvPr id="7" name="Picture 6" descr="AgendaDeTurnos_captur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186747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24231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4FA4"/>
                </a:solidFill>
              </a:defRPr>
            </a:pPr>
            <a:r>
              <a:t>CAPTURA REAL DEL EMULADOR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9923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E4C"/>
                </a:solidFill>
              </a:defRPr>
            </a:pPr>
            <a:r>
              <a:t>Tres accesos directos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749039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A2E4C"/>
                </a:solidFill>
              </a:defRPr>
            </a:pPr>
            <a:r>
              <a:t>Agregar turno · Mis turnos · Reservar varios turnos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919472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A2E4C"/>
                </a:solidFill>
              </a:defRPr>
            </a:pPr>
            <a:r>
              <a:t>Navegación clara y sencilla para organizar citas.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Reserva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El flujo de una cita, desde la elección del servicio hasta su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06 / 10</a:t>
            </a:r>
          </a:p>
        </p:txBody>
      </p:sp>
      <p:pic>
        <p:nvPicPr>
          <p:cNvPr id="7" name="Picture 6" descr="AgendaDeTurnos_captura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186747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24231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4FA4"/>
                </a:solidFill>
              </a:defRPr>
            </a:pPr>
            <a:r>
              <a:t>CAPTURA REAL DEL EMULADOR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9923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E4C"/>
                </a:solidFill>
              </a:defRPr>
            </a:pPr>
            <a:r>
              <a:t>Formulario de nueva 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749039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A2E4C"/>
                </a:solidFill>
              </a:defRPr>
            </a:pPr>
            <a:r>
              <a:t>Nombre · Servicio · Fecha · Horario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919472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A2E4C"/>
                </a:solidFill>
              </a:defRPr>
            </a:pPr>
            <a:r>
              <a:t>Se comprueba la disponibilidad antes de registrar la reserva.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Reservas recurrentes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La función que responde al problema original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07 / 10</a:t>
            </a:r>
          </a:p>
        </p:txBody>
      </p:sp>
      <p:pic>
        <p:nvPicPr>
          <p:cNvPr id="7" name="Picture 6" descr="AgendaDeTurnos_captura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186747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24231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4FA4"/>
                </a:solidFill>
              </a:defRPr>
            </a:pPr>
            <a:r>
              <a:t>CAPTURA REAL DEL EMULADOR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9923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E4C"/>
                </a:solidFill>
              </a:defRPr>
            </a:pPr>
            <a:r>
              <a:t>Varias citas en una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749039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A2E4C"/>
                </a:solidFill>
              </a:defRPr>
            </a:pPr>
            <a:r>
              <a:t>Primera fecha · Frecuencia · Cantidad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919472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A2E4C"/>
                </a:solidFill>
              </a:defRPr>
            </a:pPr>
            <a:r>
              <a:t>El sistema calcula las próximas fechas y valida cada horario.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Gestión y conservación de turnos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Acciones disponibles sobre las reservas registradas.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08 / 10</a:t>
            </a:r>
          </a:p>
        </p:txBody>
      </p:sp>
      <p:pic>
        <p:nvPicPr>
          <p:cNvPr id="7" name="Picture 6" descr="AgendaDeTurnos_captura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1867478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24231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4FA4"/>
                </a:solidFill>
              </a:defRPr>
            </a:pPr>
            <a:r>
              <a:t>CAPTURA REAL DEL EMULADOR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9923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E4C"/>
                </a:solidFill>
              </a:defRPr>
            </a:pPr>
            <a:r>
              <a:t>Consulta y cancelación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749039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A2E4C"/>
                </a:solidFill>
              </a:defRPr>
            </a:pPr>
            <a:r>
              <a:t>Servicio · Fecha · Hora · Cancelar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919472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A2E4C"/>
                </a:solidFill>
              </a:defRPr>
            </a:pPr>
            <a:r>
              <a:t>Las reservas se conservan localmente para consultarlas después.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Pruebas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Validación de las funciones principales en Android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212848"/>
            <a:ext cx="5248656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441448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414016"/>
            <a:ext cx="4608576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Pruebas en el emulador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108960"/>
            <a:ext cx="4608576" cy="22951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Se probaron el registro, las reservas recurrentes, la consulta y la cancelación de turnos.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212848"/>
            <a:ext cx="5248656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45936" y="2441448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414016"/>
            <a:ext cx="4608576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Compilación exitosa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108960"/>
            <a:ext cx="4608576" cy="2295144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El proyecto compiló mediante Gradle con el resultado BUILD SUCCESSFUL.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5806440"/>
            <a:ext cx="5852160" cy="475488"/>
          </a:xfrm>
          <a:prstGeom prst="roundRect">
            <a:avLst/>
          </a:prstGeom>
          <a:solidFill>
            <a:srgbClr val="E9D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5888736"/>
            <a:ext cx="566928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6B4CA9"/>
                </a:solidFill>
                <a:latin typeface="Aptos"/>
              </a:defRPr>
            </a:pPr>
            <a:r>
              <a:t>CÓDIGO ACTUALIZADO EN GITHUB · 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36576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B4CA9"/>
                </a:solidFill>
                <a:latin typeface="Aptos"/>
              </a:defRPr>
            </a:pPr>
            <a:r>
              <a:t>AGENDADETURNOS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27213A"/>
                </a:solidFill>
                <a:latin typeface="Aptos"/>
              </a:defRPr>
            </a:pPr>
            <a:r>
              <a:t>Conclusión y evolución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943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Una base funcional con posibilidades de crecimiento.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686376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157984"/>
            <a:ext cx="5276088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2386584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4636007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Resultado alcanzado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054096"/>
            <a:ext cx="4636007" cy="24048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AgendaDeTurnos integra navegación, gestión de reservas y validación de disponibilidad en una aplicación Android funcional.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157984"/>
            <a:ext cx="5276088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2386584"/>
            <a:ext cx="73152" cy="502920"/>
          </a:xfrm>
          <a:prstGeom prst="rect">
            <a:avLst/>
          </a:prstGeom>
          <a:solidFill>
            <a:srgbClr val="6B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359152"/>
            <a:ext cx="4636007" cy="5486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7213A"/>
                </a:solidFill>
                <a:latin typeface="Aptos"/>
              </a:defRPr>
            </a:pPr>
            <a:r>
              <a:t>Próximas mejoras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054096"/>
            <a:ext cx="4636007" cy="24048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6376"/>
                </a:solidFill>
                <a:latin typeface="Aptos"/>
              </a:defRPr>
            </a:pPr>
            <a:r>
              <a:t>Panel de administración independiente, autenticación, recordatorios y sincronización en la nube.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10698480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 algn="ctr">
              <a:spcAft>
                <a:spcPts val="1200"/>
              </a:spcAft>
              <a:defRPr sz="1400" b="0">
                <a:solidFill>
                  <a:srgbClr val="6B4CA9"/>
                </a:solidFill>
                <a:latin typeface="Aptos"/>
              </a:defRPr>
            </a:pPr>
            <a:r>
              <a:t>Repositorio: github.com/zoezelasqui5-max/Proyecto-aplicaci-n-android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